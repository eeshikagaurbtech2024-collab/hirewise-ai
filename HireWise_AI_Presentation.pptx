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HireWise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CA-3 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Agentic AI for explainable recruitment screening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Domain: Human Resources  |  Technology: Python + Streamlit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A decision-support proof of concept using synthetic candidate profiles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&amp;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Existing process → inefficiency → proposed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Recruiters manually compare candidate profiles against job descriptions.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Repeated skill and experience checks take time and can be inconsistent.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Simple keyword search does not explain rankings or validate results.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Goal: assist screening with transparent scoring, validation, and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Not a chatbot: the system executes a multi-stage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Accept job requirements and synthetic candidate profiles.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Analyze job-relevant skills and experience for each candidate.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Calculate a visible score with a documented scoring formula.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Validate output consistency before presenting a recruiter-reviewed shortlist.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Keep the recruiter responsible for final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Agent roles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Planner Agent — defines tasks and expected workflow.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Candidate Analysis Agent — extracts skill matches and missing requirements.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Scoring &amp; Ranking Agent — computes the weighted score and ranks candidates.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Critic / Validation Agent — checks score bounds, duplicate IDs, ranks, and skill accounting.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Orchestrator passes structured results between agents; the UI displays the execution trace.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Data flow and decision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Input: editable job requirements + synthetic_candidates.json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Planner → Analysis → Scoring &amp; Ranking → Critic validation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Validated outputs → Streamlit dashboard → human-reviewed shortlist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Tools: Python functions, JSON data, pandas, Streamlit, pytest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See architecture.png for the complete diagram.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Scoring &amp;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Illustrative transparent rubric; not a validated employment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Required skill fit: 60% of total score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Preferred skill fit: 20% of total score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Experience fit: 20% of total score, capped at 100%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Score = 0.60 × required fit + 0.20 × preferred fit + 0.20 × experience fit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Dashboard shows matched skills, missing skills, component scores, and rank.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Validation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Validation is a software-consistency check, not proof of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Critic checks scores are within 0–100.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Checks candidate IDs are unique and ranks form a valid sequence.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Checks missing required skills are consistent with matched skills.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pytest tests cover score bounds, ranking, successful validation, duplicate IDs, and missing requirements.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Run tests locally and report the actual output; do not assume they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PoC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Suggested live demo: approximately 2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1. Edit job title, required/preferred skills, and minimum experience.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2. Run the agent workflow and show the execution trace.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3. Compare ranked scores and matched/missing skills.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4. Open a candidate explanation and review the Critic status.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5. Select shortlist candidates and export CSV/JSON.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Limitations, ethics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Human-in-the-loop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Current profiles are synthetic; results do not prove real recruitment impact.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Keyword matching may miss synonyms, context, and transferable skills.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Scores may reflect the chosen rubric; a high score does not guarantee job performance.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Use human review, job-relevant criteria, accessibility checks, and bias audits.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Future: local resume parsing, synonym-aware matching, LangGraph orchestration, audit logs, and fairness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26E"/>
                </a:solidFill>
              </a:defRPr>
            </a:pPr>
            <a:r>
              <a:t>Thank you •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HireWise AI demonstrates a structured multi-agent workflow—not just a chatbot.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It combines planning, analysis, scoring, validation, and a Streamlit interface.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Transparent outputs help recruiters inspect the reasoning behind a match.</a:t>
            </a:r>
          </a:p>
          <a:p>
            <a:pPr>
              <a:spcAft>
                <a:spcPts val="1800"/>
              </a:spcAft>
              <a:defRPr sz="2200">
                <a:solidFill>
                  <a:srgbClr val="1F2937"/>
                </a:solidFill>
              </a:defRPr>
            </a:pPr>
            <a:r>
              <a:t>The PoC is a foundation for responsible, tested recruitment decision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